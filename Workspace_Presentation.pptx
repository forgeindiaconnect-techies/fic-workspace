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4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2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3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6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8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9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4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8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6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74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5539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37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92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51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3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5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61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Workspace (Forge India Connect)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929" y="4050834"/>
            <a:ext cx="6813755" cy="1096899"/>
          </a:xfrm>
        </p:spPr>
        <p:txBody>
          <a:bodyPr>
            <a:normAutofit/>
          </a:bodyPr>
          <a:lstStyle/>
          <a:p>
            <a:r>
              <a:rPr dirty="0"/>
              <a:t>The Unified Real-Time Collaboration &amp; Communication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Workspace?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An all-in-one unified workspace platform designed to streamline team communication and collaboration.</a:t>
            </a:r>
          </a:p>
          <a:p>
            <a:pPr>
              <a:defRPr sz="1800"/>
            </a:pPr>
            <a:r>
              <a:rPr dirty="0"/>
              <a:t>Bridges the gap between remote and hybrid teams with seamless real-time interactions.</a:t>
            </a:r>
          </a:p>
          <a:p>
            <a:pPr>
              <a:defRPr sz="1800"/>
            </a:pPr>
            <a:r>
              <a:rPr dirty="0"/>
              <a:t>Combines video conferencing, instant messaging, email, and document collaboration into a single, cohesive ecosystem.</a:t>
            </a:r>
          </a:p>
          <a:p>
            <a:pPr>
              <a:defRPr sz="1800"/>
            </a:pPr>
            <a:r>
              <a:rPr dirty="0"/>
              <a:t>Designed with both a comprehensive Web Application and a cross-platform Mobile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Multi-Platform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Web Application:</a:t>
            </a:r>
          </a:p>
          <a:p>
            <a:pPr>
              <a:defRPr sz="1800"/>
            </a:pPr>
            <a:r>
              <a:rPr dirty="0"/>
              <a:t>Browser-based experience built on React and Vite.</a:t>
            </a:r>
          </a:p>
          <a:p>
            <a:pPr>
              <a:defRPr sz="1800"/>
            </a:pPr>
            <a:r>
              <a:rPr dirty="0"/>
              <a:t>Utilizes a </a:t>
            </a:r>
            <a:r>
              <a:rPr dirty="0" err="1"/>
              <a:t>Microfrontend</a:t>
            </a:r>
            <a:r>
              <a:rPr dirty="0"/>
              <a:t> Architecture, allowing applications like Chat, Meet, and Mail to operate independently yet cohesively.</a:t>
            </a:r>
          </a:p>
          <a:p>
            <a:pPr>
              <a:defRPr sz="1800"/>
            </a:pPr>
            <a:r>
              <a:rPr dirty="0"/>
              <a:t>Mobile Application:</a:t>
            </a:r>
          </a:p>
          <a:p>
            <a:pPr>
              <a:defRPr sz="1800"/>
            </a:pPr>
            <a:r>
              <a:rPr dirty="0"/>
              <a:t>Native Android applications built with React Native and Expo.</a:t>
            </a:r>
          </a:p>
          <a:p>
            <a:pPr>
              <a:defRPr sz="1800"/>
            </a:pPr>
            <a:r>
              <a:rPr dirty="0"/>
              <a:t>Ensures teams stay connected on-the-go with optimized mobile layouts and hardware integrations.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Meet: High-Performance Video Meetings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Real-Time Media: Low-latency HD video and audio communication powered by WebRTC.</a:t>
            </a:r>
          </a:p>
          <a:p>
            <a:pPr>
              <a:defRPr sz="1800"/>
            </a:pPr>
            <a:r>
              <a:rPr dirty="0"/>
              <a:t>Collaboration Tools: Seamless screen sharing capabilities across web and mobile.</a:t>
            </a:r>
          </a:p>
          <a:p>
            <a:pPr>
              <a:defRPr sz="1800"/>
            </a:pPr>
            <a:r>
              <a:rPr dirty="0"/>
              <a:t>Persistent Rooms: Dedicated, always-on meeting rooms for continuous team collaboration.</a:t>
            </a:r>
          </a:p>
          <a:p>
            <a:pPr>
              <a:defRPr sz="1800"/>
            </a:pPr>
            <a:r>
              <a:rPr dirty="0"/>
              <a:t>Host Controls: Advanced meeting moderation, participant muting, and room security.</a:t>
            </a:r>
          </a:p>
          <a:p>
            <a:pPr>
              <a:defRPr sz="1800"/>
            </a:pPr>
            <a:r>
              <a:rPr dirty="0"/>
              <a:t>Smart Assistant: Integrated AI bot ('Forge India Connect AI') for real-time meeting transcription and post-meeting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37803"/>
            <a:ext cx="6347714" cy="3880773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1. Lobby : User schedules or starts a meeting, entering a lobby to configure camera and microphone settings.</a:t>
            </a:r>
          </a:p>
          <a:p>
            <a:pPr>
              <a:defRPr sz="1800"/>
            </a:pPr>
            <a:r>
              <a:rPr dirty="0"/>
              <a:t>2. Signaling Phase: Client connects to the custom WebSocket server to exchange Session Descriptions (SDP) and ICE candidates.</a:t>
            </a:r>
          </a:p>
          <a:p>
            <a:pPr>
              <a:defRPr sz="1800"/>
            </a:pPr>
            <a:r>
              <a:rPr dirty="0"/>
              <a:t>3. P2P Mesh Network: WebRTC establishes direct, secure, peer-to-peer media channels.</a:t>
            </a:r>
          </a:p>
          <a:p>
            <a:pPr>
              <a:defRPr sz="1800"/>
            </a:pPr>
            <a:r>
              <a:rPr dirty="0"/>
              <a:t>4. Active Meeting: Users interact via video, voice, and in-meeting chat.</a:t>
            </a:r>
          </a:p>
          <a:p>
            <a:pPr>
              <a:defRPr sz="1800"/>
            </a:pPr>
            <a:r>
              <a:rPr dirty="0"/>
              <a:t>5. Post-Meeting: The session ends, and the AI Smart Assistant processes the recorded audio to generate an automated meeting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Chat: Instant Team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Direct &amp; Group Messaging: 1-on-1 private messages and dedicated group channels.</a:t>
            </a:r>
          </a:p>
          <a:p>
            <a:pPr>
              <a:defRPr sz="1800"/>
            </a:pPr>
            <a:r>
              <a:rPr dirty="0"/>
              <a:t>Organized Threads: Reply specifically to messages to keep conversations organized and focused.</a:t>
            </a:r>
          </a:p>
          <a:p>
            <a:pPr>
              <a:defRPr sz="1800"/>
            </a:pPr>
            <a:r>
              <a:rPr dirty="0"/>
              <a:t>Threads AI Assistant:</a:t>
            </a:r>
            <a:r>
              <a:rPr lang="en-US" dirty="0"/>
              <a:t> Posts photos in the company walls which works as a internal social media of the company. </a:t>
            </a:r>
            <a:r>
              <a:rPr lang="en-US" dirty="0" err="1"/>
              <a:t>aslo</a:t>
            </a:r>
            <a:r>
              <a:rPr lang="en-US" dirty="0"/>
              <a:t> AI in this Application will generate posters and Images with just a prompt   </a:t>
            </a:r>
          </a:p>
          <a:p>
            <a:pPr>
              <a:defRPr sz="1800"/>
            </a:pPr>
            <a:r>
              <a:rPr dirty="0"/>
              <a:t>Rich Media Sharing: Support for file attachments, images, and rich text formatting.</a:t>
            </a:r>
          </a:p>
          <a:p>
            <a:pPr>
              <a:defRPr sz="1800"/>
            </a:pPr>
            <a:r>
              <a:rPr dirty="0"/>
              <a:t>Presence Indicators: Real-time online/offline status and typing indicators.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1. Connection: Upon login, the client establishes a persistent WebSocket connection to the backend.</a:t>
            </a:r>
          </a:p>
          <a:p>
            <a:pPr>
              <a:defRPr sz="1800"/>
            </a:pPr>
            <a:r>
              <a:rPr dirty="0"/>
              <a:t>2. Data Synchronization: The app fetches chat history from the Node.js/</a:t>
            </a:r>
            <a:r>
              <a:rPr dirty="0" err="1"/>
              <a:t>Fastify</a:t>
            </a:r>
            <a:r>
              <a:rPr dirty="0"/>
              <a:t> backend and stores it in the local state.</a:t>
            </a:r>
          </a:p>
          <a:p>
            <a:pPr>
              <a:defRPr sz="1800"/>
            </a:pPr>
            <a:r>
              <a:rPr dirty="0"/>
              <a:t>3. Real-Time Delivery: When a user sends a message, it is instantly routed through the WebSocket server to the recipient's active session.</a:t>
            </a:r>
          </a:p>
          <a:p>
            <a:pPr>
              <a:defRPr sz="1800"/>
            </a:pPr>
            <a:r>
              <a:rPr lang="en-US" dirty="0"/>
              <a:t>4</a:t>
            </a:r>
            <a:r>
              <a:rPr dirty="0"/>
              <a:t>. Persistence: The backend asynchronously commits messages and AI summaries to the database, ensuring no data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Mail: Integrated Email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Unified Inbox: Manage all internal and external communications directly within the workspace.</a:t>
            </a:r>
          </a:p>
          <a:p>
            <a:pPr>
              <a:defRPr sz="1800"/>
            </a:pPr>
            <a:r>
              <a:t>Standard Mail Features: Inbox, Sent, Drafts, and Trash folders.</a:t>
            </a:r>
          </a:p>
          <a:p>
            <a:pPr>
              <a:defRPr sz="1800"/>
            </a:pPr>
            <a:r>
              <a:t>Rich HTML Composer: Create beautifully formatted emails.</a:t>
            </a:r>
          </a:p>
          <a:p>
            <a:pPr>
              <a:defRPr sz="1800"/>
            </a:pPr>
            <a:r>
              <a:t>AI-Assisted Drafting: Utilize AI to help compose, summarize, and reply to long email threads.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Mail: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1800"/>
            </a:pPr>
            <a:r>
              <a:t>1. Retrieval: The Mail microfrontend communicates with the backend via secure REST APIs to fetch emails via SMTP/IMAP protocols.</a:t>
            </a:r>
          </a:p>
          <a:p>
            <a:pPr>
              <a:defRPr sz="1800"/>
            </a:pPr>
            <a:r>
              <a:t>2. Composition: Users draft emails using the integrated rich-text editor.</a:t>
            </a:r>
          </a:p>
          <a:p>
            <a:pPr>
              <a:defRPr sz="1800"/>
            </a:pPr>
            <a:r>
              <a:t>3. AI Integration: If requested, the prompt is sent to the backend AI service which returns a drafted response.</a:t>
            </a:r>
          </a:p>
          <a:p>
            <a:pPr>
              <a:defRPr sz="1800"/>
            </a:pPr>
            <a:r>
              <a:t>4. Dispatch: The email is sent through the secure backend routing system to external servers or internal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Collaborative Productivity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Live Document Editing (Docs): Real-time collaborative text editing with rich formatting.</a:t>
            </a:r>
          </a:p>
          <a:p>
            <a:pPr>
              <a:defRPr sz="1800"/>
            </a:pPr>
            <a:r>
              <a:t>Spreadsheet Manipulation (Sheets): Data organization, formulas, and real-time collaboration.</a:t>
            </a:r>
          </a:p>
          <a:p>
            <a:pPr>
              <a:defRPr sz="1800"/>
            </a:pPr>
            <a:r>
              <a:t>Cloud Sync: Auto-saving to ensure work is never lost.</a:t>
            </a:r>
          </a:p>
          <a:p>
            <a:pPr>
              <a:defRPr sz="1800"/>
            </a:pPr>
            <a:r>
              <a:t>Access Control: Share documents with specific read/write permissions.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81548"/>
          </a:xfrm>
        </p:spPr>
        <p:txBody>
          <a:bodyPr>
            <a:normAutofit/>
          </a:bodyPr>
          <a:lstStyle/>
          <a:p>
            <a:r>
              <a:rPr dirty="0"/>
              <a:t>Docs &amp; Sheets: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88613"/>
            <a:ext cx="6347714" cy="388077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1. Document Creation: A user creates a new file, which is initialized in the database.</a:t>
            </a:r>
          </a:p>
          <a:p>
            <a:pPr>
              <a:defRPr sz="1800"/>
            </a:pPr>
            <a:r>
              <a:rPr dirty="0"/>
              <a:t>2. Live Synchronization: Using Operational Transformation (OT) or Web</a:t>
            </a:r>
            <a:r>
              <a:rPr lang="en-US" dirty="0"/>
              <a:t>-</a:t>
            </a:r>
            <a:r>
              <a:rPr dirty="0"/>
              <a:t>Sockets, every keystroke or cell change is broadcast to all active viewers.</a:t>
            </a:r>
            <a:endParaRPr lang="en-US" dirty="0"/>
          </a:p>
          <a:p>
            <a:pPr>
              <a:defRPr sz="1800"/>
            </a:pPr>
            <a:r>
              <a:rPr lang="en-US" dirty="0"/>
              <a:t>3. AI can generate ppt and docs with giving the topics</a:t>
            </a:r>
            <a:endParaRPr dirty="0"/>
          </a:p>
          <a:p>
            <a:pPr>
              <a:defRPr sz="1800"/>
            </a:pPr>
            <a:r>
              <a:rPr lang="en-US" dirty="0"/>
              <a:t>4</a:t>
            </a:r>
            <a:r>
              <a:rPr dirty="0"/>
              <a:t>. Conflict Resolution: The backend acts as the source of truth, resolving simultaneous edits to prevent data corruption.</a:t>
            </a:r>
          </a:p>
          <a:p>
            <a:pPr>
              <a:defRPr sz="1800"/>
            </a:pPr>
            <a:r>
              <a:rPr lang="en-US" dirty="0"/>
              <a:t>5</a:t>
            </a:r>
            <a:r>
              <a:rPr dirty="0"/>
              <a:t>. Auto-Save: Periodic snapshots are saved to the persistent storage.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Super Admin &amp; Team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Super Admin Dashboard: Comprehensive oversight of the entire workspace, user analytics, and system health.</a:t>
            </a:r>
          </a:p>
          <a:p>
            <a:pPr>
              <a:defRPr sz="1800"/>
            </a:pPr>
            <a:r>
              <a:t>Team Management: Tools to onboard users, manage workspace permissions, and organize departments.</a:t>
            </a:r>
          </a:p>
          <a:p>
            <a:pPr>
              <a:defRPr sz="1800"/>
            </a:pPr>
            <a:r>
              <a:t>Role-Based Access Control (RBAC): Strict permission models distinguishing between Hosts, Members, and Admins.</a:t>
            </a:r>
          </a:p>
          <a:p>
            <a:pPr>
              <a:defRPr sz="1800"/>
            </a:pPr>
            <a:r>
              <a:t>Security &amp; MFA: Management of Multi-Factor Authentication (MFA) and End-to-End Encryption (E2EE) policies.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Administration: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Secure Access: Admins log in using enhanced security measures (MFA).</a:t>
            </a:r>
          </a:p>
          <a:p>
            <a:pPr>
              <a:defRPr sz="1800"/>
            </a:pPr>
            <a:r>
              <a:t>2. Analytics Aggregation: The backend aggregates data across all microfrontends (active meetings, total messages, active users) and serves it to the Dashboard.</a:t>
            </a:r>
          </a:p>
          <a:p>
            <a:pPr>
              <a:defRPr sz="1800"/>
            </a:pPr>
            <a:r>
              <a:t>3. Policy Enforcement: When an Admin updates a user's role, the backend immediately invalidates old tokens and pushes a WebSocket event to enforce the new permissions on the client side in real-time.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Frontend: React.js, Vite, Tailwind CSS, Microfrontends architecture.</a:t>
            </a:r>
          </a:p>
          <a:p>
            <a:pPr>
              <a:defRPr sz="1800"/>
            </a:pPr>
            <a:r>
              <a:t>Mobile: React Native, Expo, react-native-webrtc.</a:t>
            </a:r>
          </a:p>
          <a:p>
            <a:pPr>
              <a:defRPr sz="1800"/>
            </a:pPr>
            <a:r>
              <a:t>Backend: Node.js, Fastify/Express, RESTful APIs.</a:t>
            </a:r>
          </a:p>
          <a:p>
            <a:pPr>
              <a:defRPr sz="1800"/>
            </a:pPr>
            <a:r>
              <a:t>Real-Time / Media: WebSockets, WebRTC, STUN/TURN servers.</a:t>
            </a:r>
          </a:p>
          <a:p>
            <a:pPr>
              <a:defRPr sz="1800"/>
            </a:pPr>
            <a:r>
              <a:t>AI &amp; Security: Integrated AI models for transcription/summaries, robust JWT and MFA authentication.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</TotalTime>
  <Words>1040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Workspace (Forge India Connect)</vt:lpstr>
      <vt:lpstr>What is Workspace?</vt:lpstr>
      <vt:lpstr>A Multi-Platform Experience</vt:lpstr>
      <vt:lpstr>Meet: High-Performance Video Meetings</vt:lpstr>
      <vt:lpstr>Meet: How It Works</vt:lpstr>
      <vt:lpstr>Chat: Instant Team Communication</vt:lpstr>
      <vt:lpstr>Chat: How It Works</vt:lpstr>
      <vt:lpstr>Mail: Integrated Email Client</vt:lpstr>
      <vt:lpstr>Mail: How It Works</vt:lpstr>
      <vt:lpstr>Collaborative Productivity Suite</vt:lpstr>
      <vt:lpstr>Docs &amp; Sheets: How It Works</vt:lpstr>
      <vt:lpstr>Super Admin &amp; Team Management</vt:lpstr>
      <vt:lpstr>Administration: How It Works</vt:lpstr>
      <vt:lpstr>The Technology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puliel239@outlook.com</cp:lastModifiedBy>
  <cp:revision>3</cp:revision>
  <dcterms:created xsi:type="dcterms:W3CDTF">2013-01-27T09:14:16Z</dcterms:created>
  <dcterms:modified xsi:type="dcterms:W3CDTF">2026-06-23T05:00:56Z</dcterms:modified>
  <cp:category/>
</cp:coreProperties>
</file>